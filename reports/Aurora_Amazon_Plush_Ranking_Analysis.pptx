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: 상품기획팀   |   데이터 기준일 : 2026. 08. 11. (금일 조회 기준)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Flopsie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봉제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자료의 데이터 기준일은 2026. 08. 11. (금일 조회 기준)입니다. Amazon 랭킹은 접속 시점 · 지역 · 계정 · 재고에 따라 변동되므로, 재인용 시 조회 일시를 반드시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08. 11. 기준   |  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2026-08-11T18:54:40Z</dcterms:created>
  <dcterms:modified xsi:type="dcterms:W3CDTF">2026-08-11T18:54:40Z</dcterms:modified>
</cp:coreProperties>
</file>