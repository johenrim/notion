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: 상품기획팀   |   데이터 기준일 : 2026. 08. 11.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Flopsie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클래식 봉제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자료의 데이터 기준일은 2026. 08. 11.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2026-08-11T18:50:20Z</dcterms:created>
  <dcterms:modified xsi:type="dcterms:W3CDTF">2026-08-11T18:50:20Z</dcterms:modified>
</cp:coreProperties>
</file>