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: 상품기획팀   |   데이터 기준일 : 2026. 09. 30. (금일 조회 기준)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95344"/>
            <a:ext cx="525780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059936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352544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01184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20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20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19072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294436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743200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767328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3968496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39684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767328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4791456"/>
            <a:ext cx="52578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49926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4992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4791456"/>
            <a:ext cx="41148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Flopsie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봉제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NEXON Lv1 Gothic" pitchFamily="34" charset="0"/>
                <a:ea typeface="NEXON Lv1 Gothic" pitchFamily="34" charset="-122"/>
                <a:cs typeface="NEXON Lv1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1081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자료의 데이터 기준일은 2026. 09. 30. (금일 조회 기준)입니다. Amazon 랭킹은 접속 시점 · 지역 · 계정 · 재고에 따라 변동되므로, 재인용 시 조회 일시를 반드시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869680" y="6382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09. 30. 기준   |  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2026-09-30T12:57:07Z</dcterms:created>
  <dcterms:modified xsi:type="dcterms:W3CDTF">2026-09-30T12:57:07Z</dcterms:modified>
</cp:coreProperties>
</file>